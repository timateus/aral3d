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 SCHOOL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0" b="1" spc="8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548640" y="4023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3D platform for the Aral Sea basin.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303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Free and public. An educational game and a data exploration tool.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STARTING POINT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spc="6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WATER?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picture water shapes how we use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 explores different ways of seeing the basin — as map, as terrain, as climate, as everyday life.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MODES.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5486400" cy="3840480"/>
          </a:xfrm>
          <a:prstGeom prst="rect">
            <a:avLst/>
          </a:prstGeom>
          <a:solidFill>
            <a:srgbClr val="F4F8FF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06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GAME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spc="3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 THE BASIN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420624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 missions and playable worlds for students, schools and museum visitors.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09360" y="2377440"/>
            <a:ext cx="5486400" cy="3840480"/>
          </a:xfrm>
          <a:prstGeom prst="rect">
            <a:avLst/>
          </a:prstGeom>
          <a:solidFill>
            <a:srgbClr val="FFF4F9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606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EXPLORE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31089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spc="3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THE BASIN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583680" y="420624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elevation, historical basins, demographics, climate and water timeline. Shareable views.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4-game-mission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5029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303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GAME · MISSION 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669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WELCOME TO NUKUS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3-voxel-surv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5029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303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GAME · VOXEL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669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AND SURVIVE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5029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303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669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DATA, REAL TERRAIN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IS FOR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AUDIENCES.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7472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Curriculum-ready missions and classroom workshops.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9067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MUSEUMS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30906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Touchscreens, projections and controller installations.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593592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0390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3803904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elevation and historical layers with shareable views.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306824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51713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59E0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MINISTRIES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4517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tools for water, agriculture and ecology.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5020056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23036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52303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playable Aral Sea for festivals and exhibitions.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733288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$30,000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six months.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polish, curriculum integration with the Ministry of Education, and museum-ready versions.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MONTHS.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2286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Polish product, public demo.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443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29443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 version and ministry talks.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493008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602736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360273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curriculum-ready learning module.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2611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426110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 for Aral Culture Summit 2026.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809744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91947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9194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Museum versions: Savitsky, Aral Sea Museum, CCA Tashkent.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468112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77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5577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Documentation, demo video, 3-year roadmap.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BUDGET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IT GOES.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polishing and frontend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778240" y="2194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$8,000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61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 module and curriculum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0" y="276148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$6,000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310128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2841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Museum and exhibition adaptation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0" y="3328416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$9,000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89534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and interface design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78240" y="3895344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$3,000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4622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Documentation, video, materials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78240" y="44622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010912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Coordination and production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77824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57784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6875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0" y="559612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200" kern="0" dirty="0">
                <a:solidFill>
                  <a:srgbClr val="EC48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$30,000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3-YEAR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$150K · 3 YEARS.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Curriculum alignment, school pilots, museum installations.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566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learning modules, exhibition formats, regional stories.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45720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public platform for education, culture and ecology.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GOES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VENUES.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88720" y="2377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 Culture Summit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217920" y="23774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0" y="2377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Savitsky Museum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3154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History and Aral Sea Museum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7920" y="31546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3154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Center for Contemporary Art, Tashkent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3931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88720" y="3931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Tashkent Design Week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17920" y="3931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3931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Milan Design Week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4709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88720" y="4709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Venice Architecture Biennale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0" y="4709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4709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Venice Art Biennale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FREE, BY DEFAULT.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Aral3D stays free for schools, students, teachers, researchers, museums and public institutions.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SUPPORT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Ministry of Education, Ministry of Ecology, public educational and environmental programs, state museums, universities.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0" y="40233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museums, festivals, private educational centers, commissioned exhibition versions, international cultural programs.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spc="8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3D platform for the Aral Sea basin.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rgbClr val="E5E5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  ·  Aral School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</dc:title>
  <dc:subject>PptxGenJS Presentation</dc:subject>
  <dc:creator>PptxGenJS</dc:creator>
  <cp:lastModifiedBy>PptxGenJS</cp:lastModifiedBy>
  <cp:revision>1</cp:revision>
  <dcterms:created xsi:type="dcterms:W3CDTF">2026-06-17T17:37:08Z</dcterms:created>
  <dcterms:modified xsi:type="dcterms:W3CDTF">2026-06-17T17:37:08Z</dcterms:modified>
</cp:coreProperties>
</file>