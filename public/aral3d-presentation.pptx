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4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LEVEL 00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0" b="1" spc="8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ARAL3D</a:t>
            </a:r>
            <a:endParaRPr lang="en-US" sz="20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F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3D platform for the Aral Sea basin.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5F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educational game and a data exploration tool.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992728" y="5989320"/>
            <a:ext cx="4206240" cy="777240"/>
          </a:xfrm>
          <a:prstGeom prst="rect">
            <a:avLst>
              <a:gd name="adj" fmla="val 5882"/>
            </a:avLst>
          </a:prstGeom>
          <a:solidFill>
            <a:srgbClr val="0E1530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57320" y="6108192"/>
            <a:ext cx="548640" cy="548640"/>
          </a:xfrm>
          <a:prstGeom prst="ellipse">
            <a:avLst/>
          </a:prstGeom>
          <a:solidFill>
            <a:srgbClr val="3B82F6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57320" y="61081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61408" y="6153912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 RB · PRESS TO BEGIN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spc="6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WATER?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picture water shapes how we use it.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46634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B60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Aral3D explores different ways of seeing the basin — as map, as terrain, as climate, as everyday life.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PLATFORM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MODES.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5486400" cy="3291840"/>
          </a:xfrm>
          <a:prstGeom prst="rect">
            <a:avLst/>
          </a:prstGeom>
          <a:solidFill>
            <a:srgbClr val="F4F8FF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154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GAME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37033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6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 THE BASIN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22960" y="466344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B60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 missions, playable worlds. For students, schools and museums.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09360" y="2926080"/>
            <a:ext cx="5486400" cy="3291840"/>
          </a:xfrm>
          <a:prstGeom prst="rect">
            <a:avLst/>
          </a:prstGeom>
          <a:solidFill>
            <a:srgbClr val="FFF4F9"/>
          </a:solidFill>
          <a:ln w="25400">
            <a:solidFill>
              <a:srgbClr val="EC48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3154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EXPLORE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37033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6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THE BASIN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583680" y="466344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B60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elevation, historical basins, climate, demographics. Shareable views.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4-game-mission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57200"/>
            <a:ext cx="5669280" cy="1554480"/>
          </a:xfrm>
          <a:prstGeom prst="rect">
            <a:avLst/>
          </a:prstGeom>
          <a:solidFill>
            <a:srgbClr val="06080E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6400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LEVEL 01 · GAME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0058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WELCOME TO NUKUS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85800" y="15087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5F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Travel to the capital of Karakalpakstan.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3-voxel-surv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57200"/>
            <a:ext cx="5669280" cy="1554480"/>
          </a:xfrm>
          <a:prstGeom prst="rect">
            <a:avLst/>
          </a:prstGeom>
          <a:solidFill>
            <a:srgbClr val="06080E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6400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0" kern="0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LEVEL 02 · VOXEL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0058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AND SURVIVE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85800" y="15087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5F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playable world on the dried seabed.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2-explore-m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57200"/>
            <a:ext cx="5669280" cy="1554480"/>
          </a:xfrm>
          <a:prstGeom prst="rect">
            <a:avLst/>
          </a:prstGeom>
          <a:solidFill>
            <a:srgbClr val="06080E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6400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 · EXPLORE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0058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THE BASIN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85800" y="15087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5F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elevation, historical basins, climate.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 IT IS FOR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AUDIENCES.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SCHOOLS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56616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Curriculum-ready missions and classroom workshops.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63931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MUSEUMS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566160" y="363931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Touchscreens, projections, controller installations.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352544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66160" y="435254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elevation and historical layers, shareable views.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065776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MINISTRIES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66160" y="506577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tools for water, agriculture and ecology.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57790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66160" y="577900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playable Aral Sea for festivals and exhibitions.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0" b="1" spc="2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$30,000</a:t>
            </a:r>
            <a:endParaRPr lang="en-US" sz="220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six months.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5303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B60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polish, curriculum integration with the Ministry of Education, and museum-ready versions.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6-MONTH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MONTHS.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737360" y="2834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Polish product, public demo.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474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3736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 version and ministry talks.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3736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 curriculum-ready learning module.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7548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737360" y="4754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 for Aral Culture Summit 2026.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53949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5394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Museum versions: Savitsky, Aral Sea Museum, CCA Tashkent.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0350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37360" y="6035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Documentation, demo video, 3-year roadmap.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6-MONTH BUDGET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IT GOES.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polishing and frontend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78240" y="2834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$8,000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 module and curriculum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778240" y="3383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$6,000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Museum and exhibition adaptation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778240" y="3931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$9,000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 and interface design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78240" y="44805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$3,000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5029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Documentation, video, materials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77824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$2,000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5577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Coordination and production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778240" y="5577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$2,000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6263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778240" y="61722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spc="600" kern="0" dirty="0">
                <a:solidFill>
                  <a:srgbClr val="EC48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$30,000</a:t>
            </a:r>
            <a:endParaRPr lang="en-US" sz="3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3-YEAR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$150K · 3 YEARS.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828800" y="31089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Curriculum alignment, school pilots, museum installations.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4114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learning modules, exhibition formats, regional stories.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public platform for education, culture and ecology.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GOES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VENUES.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88720" y="2926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Aral Culture Summit 2026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217920" y="29260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0" y="2926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Savitsky Museum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3703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History and Aral Sea Museum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217920" y="37033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3703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Center for Contemporary Art, Tashkent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4480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4480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Tashkent Design Week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217920" y="4480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4480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Milan Design Week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5257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5257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Venice Architecture Biennale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17920" y="5257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5257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Venice Art Biennale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FREE, BY DEFAULT.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Aral3D stays free for schools, students, teachers, researchers, museums and public institutions.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SUPPORT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448056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Ministry of Education, Ministry of Ecology, public educational and environmental programs, state museums, universities.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0" y="4114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448056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museums, festivals, private educational centers, commissioned exhibition versions, international cultural programs.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TIMOFEY NOSOV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ROBERT WILLARD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5303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CONTACT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timnosov@gmail.com</a:t>
            </a:r>
            <a:endParaRPr lang="en-US" sz="3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7744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0" b="1" spc="8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ARAL3D</a:t>
            </a:r>
            <a:endParaRPr lang="en-US" sz="16000" dirty="0"/>
          </a:p>
        </p:txBody>
      </p:sp>
      <p:sp>
        <p:nvSpPr>
          <p:cNvPr id="3" name="Text 1"/>
          <p:cNvSpPr/>
          <p:nvPr/>
        </p:nvSpPr>
        <p:spPr>
          <a:xfrm>
            <a:off x="548640" y="4297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3D platform for the Aral Sea basin.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Aral3D</dc:title>
  <dc:subject>PptxGenJS Presentation</dc:subject>
  <dc:creator>PptxGenJS</dc:creator>
  <cp:lastModifiedBy>PptxGenJS</cp:lastModifiedBy>
  <cp:revision>1</cp:revision>
  <dcterms:created xsi:type="dcterms:W3CDTF">2026-06-17T17:44:14Z</dcterms:created>
  <dcterms:modified xsi:type="dcterms:W3CDTF">2026-06-17T17:44:14Z</dcterms:modified>
</cp:coreProperties>
</file>