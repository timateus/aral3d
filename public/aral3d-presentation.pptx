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8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4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LEVEL 00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201168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0" b="1" spc="10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ARAL3D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548640" y="4023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F5F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3D platform for the Aral Sea basin.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4663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5F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educational game and a data exploration tool.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169768" y="5760720"/>
            <a:ext cx="5852160" cy="777240"/>
          </a:xfrm>
          <a:prstGeom prst="rect">
            <a:avLst>
              <a:gd name="adj" fmla="val 5882"/>
            </a:avLst>
          </a:prstGeom>
          <a:solidFill>
            <a:srgbClr val="0E1530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34360" y="5879592"/>
            <a:ext cx="548640" cy="548640"/>
          </a:xfrm>
          <a:prstGeom prst="ellipse">
            <a:avLst/>
          </a:prstGeom>
          <a:solidFill>
            <a:srgbClr val="3B82F6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4360" y="58795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038448" y="576072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 RB · PRESS TO BEGIN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600" kern="0" dirty="0">
                <a:solidFill>
                  <a:srgbClr val="EC48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STARTING POINT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spc="600" kern="0" dirty="0">
                <a:solidFill>
                  <a:srgbClr val="1114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WATER?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548640" y="3749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picture water shapes how we use it.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46634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60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Aral3D explores different ways of seeing the basin — as map, as terrain, as climate, as everyday life.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600" kern="0" dirty="0">
                <a:solidFill>
                  <a:srgbClr val="3B82F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PLATFORM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400" kern="0" dirty="0">
                <a:solidFill>
                  <a:srgbClr val="1114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MODES.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5486400" cy="3291840"/>
          </a:xfrm>
          <a:prstGeom prst="rect">
            <a:avLst/>
          </a:prstGeom>
          <a:solidFill>
            <a:srgbClr val="F4F8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154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0" kern="0" dirty="0">
                <a:solidFill>
                  <a:srgbClr val="3B82F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— GAME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600" kern="0" dirty="0">
                <a:solidFill>
                  <a:srgbClr val="1114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 THE BASIN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46634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5B60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 missions, playable worlds. For students, schools and museums.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309360" y="2926080"/>
            <a:ext cx="5486400" cy="3291840"/>
          </a:xfrm>
          <a:prstGeom prst="rect">
            <a:avLst/>
          </a:prstGeom>
          <a:solidFill>
            <a:srgbClr val="FFF4F9"/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3154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0" kern="0" dirty="0">
                <a:solidFill>
                  <a:srgbClr val="EC48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— EXPLORE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0" y="370332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600" kern="0" dirty="0">
                <a:solidFill>
                  <a:srgbClr val="1114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 THE BASIN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583680" y="46634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5B60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elevation, historical basins, climate, demographics. Shareable views.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8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cs/screenshots/04-game-mission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120640"/>
            <a:ext cx="12191695" cy="1737360"/>
          </a:xfrm>
          <a:prstGeom prst="rect">
            <a:avLst/>
          </a:prstGeom>
          <a:solidFill>
            <a:srgbClr val="06080E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5303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0" kern="0" dirty="0">
                <a:solidFill>
                  <a:srgbClr val="3B82F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LEVEL 01 · GAME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56692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WELCOME TO NUKUS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5F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Travel to the capital of Karakalpakstan.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8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cs/screenshots/03-voxel-surviv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120640"/>
            <a:ext cx="12191695" cy="1737360"/>
          </a:xfrm>
          <a:prstGeom prst="rect">
            <a:avLst/>
          </a:prstGeom>
          <a:solidFill>
            <a:srgbClr val="06080E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5303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0" kern="0" dirty="0">
                <a:solidFill>
                  <a:srgbClr val="10B98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LEVEL 02 · VOXEL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56692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AND SURVIVE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5F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playable world on the dried seabed.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8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cs/screenshots/02-explore-mod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120640"/>
            <a:ext cx="12191695" cy="1737360"/>
          </a:xfrm>
          <a:prstGeom prst="rect">
            <a:avLst/>
          </a:prstGeom>
          <a:solidFill>
            <a:srgbClr val="06080E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5303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0" kern="0" dirty="0">
                <a:solidFill>
                  <a:srgbClr val="EC48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 · EXPLORE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56692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 THE BASIN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5F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elevation, historical basins, climate.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600" kern="0" dirty="0">
                <a:solidFill>
                  <a:srgbClr val="3B82F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WHO IT IS FOR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400" kern="0" dirty="0">
                <a:solidFill>
                  <a:srgbClr val="1114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AUDIENCES.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0" kern="0" dirty="0">
                <a:solidFill>
                  <a:srgbClr val="3B82F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SCHOOLS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56616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4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Curriculum-ready missions and classroom workshops.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363931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0" kern="0" dirty="0">
                <a:solidFill>
                  <a:srgbClr val="EC48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MUSEUMS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566160" y="363931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4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Touchscreens, projections, controller installations.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4352544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0" kern="0" dirty="0">
                <a:solidFill>
                  <a:srgbClr val="10B98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RESEARCHERS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66160" y="435254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4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elevation and historical layers, shareable views.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5065776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0" kern="0" dirty="0">
                <a:solidFill>
                  <a:srgbClr val="3B82F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MINISTRIES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0" y="506577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4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Scenario tools for water, agriculture and ecology.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" y="577900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0" kern="0" dirty="0">
                <a:solidFill>
                  <a:srgbClr val="EC48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PUBLIC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66160" y="57790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4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playable Aral Sea for festivals and exhibitions.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600" kern="0" dirty="0">
                <a:solidFill>
                  <a:srgbClr val="EC48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10972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0" b="1" spc="200" kern="0" dirty="0">
                <a:solidFill>
                  <a:srgbClr val="1114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$30,000</a:t>
            </a:r>
            <a:endParaRPr lang="en-US" sz="22000" dirty="0"/>
          </a:p>
        </p:txBody>
      </p:sp>
      <p:sp>
        <p:nvSpPr>
          <p:cNvPr id="4" name="Text 2"/>
          <p:cNvSpPr/>
          <p:nvPr/>
        </p:nvSpPr>
        <p:spPr>
          <a:xfrm>
            <a:off x="548640" y="4297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six months.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530352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60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polish, curriculum integration with the Ministry of Education, and museum-ready versions.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600" kern="0" dirty="0">
                <a:solidFill>
                  <a:srgbClr val="3B82F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6-MONTH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spc="400" kern="0" dirty="0">
                <a:solidFill>
                  <a:srgbClr val="1114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 MONTHS.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737360" y="2834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4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Polish product, public demo.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34747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37360" y="3474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4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Educational version and ministry talks.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41148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37360" y="4114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4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First curriculum-ready learning module.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4754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M4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37360" y="4754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4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Adapt for Aral Culture Summit 2026.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" y="53949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37360" y="5394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4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Museum versions: Savitsky, Aral Sea Museum, CCA Tashkent.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8640" y="60350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M6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37360" y="6035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4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Documentation, demo video, 3-year roadmap.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600" kern="0" dirty="0">
                <a:solidFill>
                  <a:srgbClr val="3B82F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6-MONTH BUDGET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spc="400" kern="0" dirty="0">
                <a:solidFill>
                  <a:srgbClr val="1114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IT GOES.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4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polishing and frontend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778240" y="2834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$8,000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4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Educational module and curriculum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778240" y="33832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$6,000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4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Museum and exhibition adaptation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778240" y="3931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$9,000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4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 and interface design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778240" y="44805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$3,000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4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Documentation, video, materials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778240" y="5029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$2,000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5577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4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Coordination and production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778240" y="5577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$2,000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" y="6263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0" kern="0" dirty="0">
                <a:solidFill>
                  <a:srgbClr val="5B60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TOTAL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778240" y="61722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spc="600" kern="0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$30,000</a:t>
            </a:r>
            <a:endParaRPr lang="en-US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600" kern="0" dirty="0">
                <a:solidFill>
                  <a:srgbClr val="3B82F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3-YEAR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spc="400" kern="0" dirty="0">
                <a:solidFill>
                  <a:srgbClr val="1114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$150K · 3 YEARS.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48640" y="31089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4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Curriculum alignment, school pilots, museum installations.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48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0" y="4114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4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 learning modules, exhibition formats, regional stories.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51206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Y3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828800" y="5120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4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 public platform for education, culture and ecology.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600" kern="0" dirty="0">
                <a:solidFill>
                  <a:srgbClr val="3B82F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WHERE IT GOES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spc="400" kern="0" dirty="0">
                <a:solidFill>
                  <a:srgbClr val="1114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VENUES.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88720" y="29260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4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Aral Culture Summit 2026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217920" y="29260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0" y="29260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4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Savitsky Museum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37033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37033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4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History and Aral Sea Museum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217920" y="37033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0" y="37033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4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Center for Contemporary Art, Tashkent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" y="44805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44805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4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Tashkent Design Week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217920" y="44805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0" y="44805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4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Milan Design Week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48640" y="52578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5257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4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Venice Architecture Biennale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217920" y="52578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0" y="5257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4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Venice Art Biennale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600" kern="0" dirty="0">
                <a:solidFill>
                  <a:srgbClr val="3B82F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FUNDING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spc="400" kern="0" dirty="0">
                <a:solidFill>
                  <a:srgbClr val="1114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FREE, BY DEFAULT.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Aral3D stays free for schools, students, teachers, researchers, museums and public institutions.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0" kern="0" dirty="0">
                <a:solidFill>
                  <a:srgbClr val="3B82F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CORE SUPPORT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5486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4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Ministry of Education, Ministry of Ecology, public educational and environmental programs, state museums, universities.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0" y="4114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0" kern="0" dirty="0">
                <a:solidFill>
                  <a:srgbClr val="EC48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OPTIONAL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4480560"/>
            <a:ext cx="5486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4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Private museums, festivals, private educational centers, commissioned exhibition versions, international cultural programs.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600" kern="0" dirty="0">
                <a:solidFill>
                  <a:srgbClr val="3B82F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spc="400" kern="0" dirty="0">
                <a:solidFill>
                  <a:srgbClr val="1114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BY.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400" kern="0" dirty="0">
                <a:solidFill>
                  <a:srgbClr val="1114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TIMOFEY NOSOV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48640" y="38404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400" kern="0" dirty="0">
                <a:solidFill>
                  <a:srgbClr val="1114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ROBERT WILLARD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48640" y="5303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0" kern="0" dirty="0">
                <a:solidFill>
                  <a:srgbClr val="3B82F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CONTACT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56692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timnosov@gmail.com</a:t>
            </a:r>
            <a:endParaRPr lang="en-US" sz="3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0" b="1" spc="800" kern="0" dirty="0">
                <a:solidFill>
                  <a:srgbClr val="1114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ARAL3D</a:t>
            </a:r>
            <a:endParaRPr lang="en-US" sz="16000" dirty="0"/>
          </a:p>
        </p:txBody>
      </p:sp>
      <p:sp>
        <p:nvSpPr>
          <p:cNvPr id="3" name="Text 1"/>
          <p:cNvSpPr/>
          <p:nvPr/>
        </p:nvSpPr>
        <p:spPr>
          <a:xfrm>
            <a:off x="548640" y="4297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3D platform for the Aral Sea basin.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5120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0" kern="0" dirty="0">
                <a:solidFill>
                  <a:srgbClr val="3B82F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aral3d.com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Aral3D</dc:title>
  <dc:subject>PptxGenJS Presentation</dc:subject>
  <dc:creator>PptxGenJS</dc:creator>
  <cp:lastModifiedBy>PptxGenJS</cp:lastModifiedBy>
  <cp:revision>1</cp:revision>
  <dcterms:created xsi:type="dcterms:W3CDTF">2026-06-17T17:45:41Z</dcterms:created>
  <dcterms:modified xsi:type="dcterms:W3CDTF">2026-06-17T17:45:41Z</dcterms:modified>
</cp:coreProperties>
</file>