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2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 SCHOOL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spc="-4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Spectral Earth of the Aral Sea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120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free public 3D platform — educational game + GIS-like explore tool.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spc="-1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 turns the Aral Sea basin into an interactive educational, cultural, and museum-ready environment — free and public.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PHILOSOPHY · 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spc="-3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water is.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where water is. Not how much. Not how it flows or evaporates —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what water is imagined to be. Because what we imagine water to be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defines how we engage with it.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PHILOSOPHY · 02 — COMPARATIVE WATER-LOGY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scales.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2255368" y="4297680"/>
            <a:ext cx="7680960" cy="0"/>
          </a:xfrm>
          <a:prstGeom prst="line">
            <a:avLst/>
          </a:prstGeom>
          <a:noFill/>
          <a:ln w="9525">
            <a:solidFill>
              <a:srgbClr val="F2EFE6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2468880"/>
            <a:ext cx="0" cy="3657600"/>
          </a:xfrm>
          <a:prstGeom prst="line">
            <a:avLst/>
          </a:prstGeom>
          <a:noFill/>
          <a:ln w="9525">
            <a:solidFill>
              <a:srgbClr val="F2EFE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0968" y="41148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87688" y="4114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planetary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38648" y="20116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playful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38648" y="62179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serious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62376" y="29443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672688" y="28529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river swim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00136" y="54132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8610448" y="5321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network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25416" y="47731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5135728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 class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94296" y="331012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Text 15"/>
          <p:cNvSpPr/>
          <p:nvPr/>
        </p:nvSpPr>
        <p:spPr>
          <a:xfrm>
            <a:off x="7604608" y="3218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level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PHILOSOPHY · 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6400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spc="-2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map</a:t>
            </a:r>
            <a:endParaRPr lang="en-US" sz="6400" dirty="0"/>
          </a:p>
          <a:p>
            <a:pPr indent="0" marL="0">
              <a:buNone/>
            </a:pPr>
            <a:r>
              <a:rPr lang="en-US" sz="6400" spc="-2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 limits.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line makes a river feel like a pipe — it starts here, ends there. But rivers leak and absorb. They are the mud and silt they carry, the mosquitos and fishermen, the children swimming, the willows growing.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don't reject maps —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hack them, stress them,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explore their limits.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modes.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4023360"/>
          </a:xfrm>
          <a:prstGeom prst="rect">
            <a:avLst/>
          </a:prstGeom>
          <a:ln w="9525">
            <a:solidFill>
              <a:srgbClr val="F2EFE6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GAME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levels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Missions, characters, voxel worlds, satellite GeoGuessr, ministry sims. For schools, museums and festivals.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486400" cy="4023360"/>
          </a:xfrm>
          <a:prstGeom prst="rect">
            <a:avLst/>
          </a:prstGeom>
          <a:ln w="9525">
            <a:solidFill>
              <a:srgbClr val="F2EFE6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EXPLORE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880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GIS-like data tool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0" y="3840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DEMs, historical basins, demographics, climate, water extent timeline. Shareable URLs, exportable views.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1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LANDING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the basin.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EXPLORE MODE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serious instrument.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MODE — VOXEL SURVIVE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playful one.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AUDIENCE AS 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plays it.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7472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Curriculum-ready missions, teacher notes, workshops.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MUSEUMS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Touchscreens, projections, controller-based installations.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DEM + historical layers, shareable analytical views.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526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&amp; MINISTRIES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 interfaces for water, agriculture, ecology.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303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&amp; FESTIVALS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5303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Playable Aral Sea — flood it, dry it, restore it.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THE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0" spc="-6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$30,000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548640" y="42062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6 months — polish the product, prepare curriculum integration with the Ministry of Education, and adapt for museum installations.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6-MONTH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months.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Polish product, clean public demo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889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version + Ministry talks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74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curriculum-ready learning module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0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for Aral Culture Summit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46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Museum versions: Savitsky, Aral Sea Museum, CCA Tashkent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3949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32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Docs, demo video, 3-year roadmap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6080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6-MONTH BUDGET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goes.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polishing &amp; frontend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778240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$8,000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88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module &amp; curriculum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$6,000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Museum &amp; exhibition adaptation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0" y="34747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$9,000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/ interface design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78240" y="4160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$3,000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46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Documentation, video, materials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4846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3949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32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Coordination &amp; production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78240" y="5532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6080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309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0" y="6263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$30,000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3-YEAR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$150K / 3 years.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23774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 alignment, school pilots, museum installations.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learning modules, exhibition formats, regional stories.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389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4389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public platform — education, culture, ecological storytelling.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GOES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Installations &amp; venues.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8872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 Culture Summit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1792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Savitsky Museum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&amp; Aral Sea Museum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7920" y="2971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Center for Contemporary Art, Tashkent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Tashkent Design Week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Milan Design Week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4526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Venice Architecture Biennale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0" y="4526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Venice Art Biennale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FUNDING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Free, by default.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 should remain free for schools, students, teachers, researchers, museums and public institutions.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SUPPORT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Ministry of Education · Ministry of Ecology · public educational &amp; environmental programs · state-supported museums · universities.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0" y="36576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museums · festivals · private educational centers · commissioned exhibition versions · international cultural programs.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i="1" spc="-200" kern="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models of water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i="1" spc="-2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we playing with?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  ·  Aral School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 — Spectral Earth</dc:title>
  <dc:subject>PptxGenJS Presentation</dc:subject>
  <dc:creator>Aral3D</dc:creator>
  <cp:lastModifiedBy>Aral3D</cp:lastModifiedBy>
  <cp:revision>1</cp:revision>
  <dcterms:created xsi:type="dcterms:W3CDTF">2026-06-17T17:11:48Z</dcterms:created>
  <dcterms:modified xsi:type="dcterms:W3CDTF">2026-06-17T17:11:48Z</dcterms:modified>
</cp:coreProperties>
</file>