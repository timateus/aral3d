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2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 SCHOOL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19456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spc="-400" kern="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Aral3D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3D platform for the Aral Sea basin.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120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Free and public. An educational game and a data exploration tool.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10972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spc="-100" kern="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interactive 3D environment of the Aral Sea basin for schools, museums and researchers.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STARTING POINT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0" spc="-300" kern="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water?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0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we picture water shapes how we use it. The project explores different ways of seeing the Aral basin — as map, as terrain, as climate, as everyday life.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PLATFORM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modes.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486400" cy="4023360"/>
          </a:xfrm>
          <a:prstGeom prst="rect">
            <a:avLst/>
          </a:prstGeom>
          <a:solidFill>
            <a:srgbClr val="FAFAF8"/>
          </a:solidFill>
          <a:ln w="12700">
            <a:solidFill>
              <a:srgbClr val="E5E5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23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— GAME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Educational levels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38404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0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missions and playable worlds for students, schools and museum visitors.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09360" y="2194560"/>
            <a:ext cx="5486400" cy="4023360"/>
          </a:xfrm>
          <a:prstGeom prst="rect">
            <a:avLst/>
          </a:prstGeom>
          <a:solidFill>
            <a:srgbClr val="FAFAF8"/>
          </a:solidFill>
          <a:ln w="12700">
            <a:solidFill>
              <a:srgbClr val="E5E5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2423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EXPLORE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28803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exploration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0" y="38404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0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elevation, historical basins, demographics, climate and water timeline. Shareable views.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1-land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303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LANDING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5669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Entry point.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2-explore-m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303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EXPLORE MODE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5669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exploration view.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3-voxel-surv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303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GAME MODE — VOXEL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5669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playable level.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WHO IT IS FOR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SCHOOLS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474720" y="2194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Curriculum-ready missions and classroom workshops.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71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MUSEUMS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0" y="2971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Touchscreens, projections and controller installations.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749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RESEARCHERS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7472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elevation and historical layers with shareable views.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526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MINISTRIES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472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 tools for water, agriculture and ecology.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5303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4720" y="5303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playable Aral Sea for festivals and exhibitions.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580644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ASK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0" spc="-600" kern="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$30,000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548640" y="420624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0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months of work: product polish, curriculum integration with the Ministry of Education, and museum-ready versions.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6-MONTH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months.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2103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Polish product, public demo.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889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45920" y="2788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Educational version and ministry talks.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4747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45920" y="3474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curriculum-ready learning module.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1605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45920" y="4160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 for Aral Culture Summit 2026.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846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4592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Museum versions: Savitsky, Aral Sea Museum, CCA Tashkent.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539496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5321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45920" y="5532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Documentation, demo video, 3-year roadmap.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608076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6-MONTH BUDGET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it goes.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polishing and frontend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778240" y="18288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$8,000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423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Educational module and curriculum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78240" y="24231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$6,000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Museum and exhibition adaptation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778240" y="3017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$9,000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611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and interface design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778240" y="36118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$3,000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Documentation, video, materials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7824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$2,000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75488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800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Coordination and production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778240" y="48006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$2,000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534924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8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0" y="54406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$30,000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15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3-YEAR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$150K over 3 years.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23774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Curriculum alignment, school pilots, museum installations.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33832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learning modules, exhibition formats, regional stories.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3891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0" y="4389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public platform for education, culture and ecology.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GOES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Venues.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88720" y="21945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Aral Culture Summit 2026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217920" y="2194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0" y="21945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Savitsky Museum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71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88720" y="2971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History and Aral Sea Museum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217920" y="2971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0" y="2971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Center for Contemporary Art, Tashkent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3749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88720" y="3749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Tashkent Design Week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217920" y="3749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3749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Milan Design Week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45262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88720" y="4526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Venice Architecture Biennale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17920" y="45262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0" y="4526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Venice Art Biennale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Free, by default.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0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Aral3D stays free for schools, students, teachers, researchers, museums and public institutions.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91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SUPPORT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Ministry of Education, Ministry of Ecology, public educational and environmental programs, state museums, universities.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0" y="3291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OPTIONAL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0" y="36576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museums, festivals, private educational centers, commissioned exhibition versions, international cultural programs.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6B70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spc="-300" kern="0" dirty="0">
                <a:solidFill>
                  <a:srgbClr val="1114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Aral3D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548640" y="3383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B70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3D platform for the Aral Sea basin.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aral3d.com  ·  Aral School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Aral3D</dc:title>
  <dc:subject>PptxGenJS Presentation</dc:subject>
  <dc:creator>Aral3D</dc:creator>
  <cp:lastModifiedBy>Aral3D</cp:lastModifiedBy>
  <cp:revision>1</cp:revision>
  <dcterms:created xsi:type="dcterms:W3CDTF">2026-06-17T17:22:13Z</dcterms:created>
  <dcterms:modified xsi:type="dcterms:W3CDTF">2026-06-17T17:22:13Z</dcterms:modified>
</cp:coreProperties>
</file>