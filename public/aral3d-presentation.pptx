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playable</a:t>
            </a:r>
            <a:pPr algn="ctr" indent="0" marL="0">
              <a:buNone/>
            </a:pPr>
            <a:r>
              <a:rPr lang="en-US" sz="10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aral</a:t>
            </a:r>
            <a:pPr algn="ctr" indent="0" marL="0">
              <a:buNone/>
            </a:pPr>
            <a:r>
              <a:rPr lang="en-US" sz="10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sea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3D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platform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</a:t>
            </a:r>
            <a:pPr algn="ctr" indent="0" marL="0">
              <a:buNone/>
            </a:pPr>
            <a:r>
              <a:rPr lang="en-US" sz="28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education</a:t>
            </a:r>
            <a:pPr algn="ctr" indent="0" marL="0">
              <a:buNone/>
            </a:pPr>
            <a:r>
              <a:rPr lang="en-US" sz="28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exploration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STARTING QUESTION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</a:t>
            </a:r>
            <a:pPr algn="ctr" indent="0" marL="0">
              <a:buNone/>
            </a:pPr>
            <a:r>
              <a:rPr lang="en-US" sz="10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water?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we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picture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water</a:t>
            </a:r>
            <a:pPr algn="ctr" indent="0" marL="0">
              <a:buNone/>
            </a:pPr>
            <a:r>
              <a:rPr lang="en-US" sz="28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shapes</a:t>
            </a:r>
            <a:pPr algn="ctr" indent="0" marL="0">
              <a:buNone/>
            </a:pPr>
            <a:r>
              <a:rPr lang="en-US" sz="28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how</a:t>
            </a:r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we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PLATFORM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modes,</a:t>
            </a:r>
            <a:pPr algn="ctr" indent="0" marL="0">
              <a:buNone/>
            </a:pPr>
            <a:r>
              <a:rPr lang="en-US" sz="10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one</a:t>
            </a:r>
            <a:pPr algn="ctr" indent="0" marL="0">
              <a:buNone/>
            </a:pPr>
            <a:r>
              <a:rPr lang="en-US" sz="10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basin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game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play</a:t>
            </a:r>
            <a:pPr algn="ctr" indent="0" marL="0">
              <a:buNone/>
            </a:pPr>
            <a:r>
              <a:rPr lang="en-US" sz="28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</a:t>
            </a:r>
            <a:pPr algn="ctr" indent="0" marL="0">
              <a:buNone/>
            </a:pPr>
            <a:r>
              <a:rPr lang="en-US" sz="28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</a:t>
            </a:r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explorer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GAME MODE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pic>
        <p:nvPicPr>
          <p:cNvPr id="5" name="Image 0" descr="docs/screenshots/04-game-mission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828800"/>
            <a:ext cx="10362895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1828800"/>
            <a:ext cx="12191695" cy="3840480"/>
          </a:xfrm>
          <a:prstGeom prst="rect">
            <a:avLst/>
          </a:prstGeom>
          <a:solidFill>
            <a:srgbClr val="F5F0E8">
              <a:alpha val="45000"/>
            </a:srgbClr>
          </a:solidFill>
          <a:ln w="12700">
            <a:solidFill>
              <a:srgbClr val="F5F0E8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10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basin</a:t>
            </a:r>
            <a:endParaRPr lang="en-US" sz="10000" dirty="0"/>
          </a:p>
        </p:txBody>
      </p:sp>
      <p:sp>
        <p:nvSpPr>
          <p:cNvPr id="8" name="Text 5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missions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schools,</a:t>
            </a:r>
            <a:pPr algn="ctr" indent="0" marL="0">
              <a:buNone/>
            </a:pPr>
            <a:r>
              <a:rPr lang="en-US" sz="28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museums,</a:t>
            </a:r>
            <a:pPr algn="ctr" indent="0" marL="0">
              <a:buNone/>
            </a:pPr>
            <a:r>
              <a:rPr lang="en-US" sz="28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SURVIVE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pic>
        <p:nvPicPr>
          <p:cNvPr id="5" name="Image 0" descr="docs/screenshots/03-voxel-surv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828800"/>
            <a:ext cx="10362895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1828800"/>
            <a:ext cx="12191695" cy="3840480"/>
          </a:xfrm>
          <a:prstGeom prst="rect">
            <a:avLst/>
          </a:prstGeom>
          <a:solidFill>
            <a:srgbClr val="F5F0E8">
              <a:alpha val="45000"/>
            </a:srgbClr>
          </a:solidFill>
          <a:ln w="12700">
            <a:solidFill>
              <a:srgbClr val="F5F0E8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world</a:t>
            </a:r>
            <a:pPr algn="ctr" indent="0" marL="0">
              <a:buNone/>
            </a:pPr>
            <a:r>
              <a:rPr lang="en-US" sz="10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</a:t>
            </a:r>
            <a:pPr algn="ctr" indent="0" marL="0">
              <a:buNone/>
            </a:pPr>
            <a:r>
              <a:rPr lang="en-US" sz="10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100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seabed</a:t>
            </a:r>
            <a:endParaRPr lang="en-US" sz="10000" dirty="0"/>
          </a:p>
        </p:txBody>
      </p:sp>
      <p:sp>
        <p:nvSpPr>
          <p:cNvPr id="8" name="Text 5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mine,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plant,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flood,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restore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EXPLORE MODE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pic>
        <p:nvPicPr>
          <p:cNvPr id="5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828800"/>
            <a:ext cx="10362895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1828800"/>
            <a:ext cx="12191695" cy="3840480"/>
          </a:xfrm>
          <a:prstGeom prst="rect">
            <a:avLst/>
          </a:prstGeom>
          <a:solidFill>
            <a:srgbClr val="F5F0E8">
              <a:alpha val="45000"/>
            </a:srgbClr>
          </a:solidFill>
          <a:ln w="12700">
            <a:solidFill>
              <a:srgbClr val="F5F0E8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10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basin</a:t>
            </a:r>
            <a:endParaRPr lang="en-US" sz="10000" dirty="0"/>
          </a:p>
        </p:txBody>
      </p:sp>
      <p:sp>
        <p:nvSpPr>
          <p:cNvPr id="8" name="Text 5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elevation,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historical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lakes,</a:t>
            </a:r>
            <a:pPr algn="ctr" indent="0" marL="0">
              <a:buNone/>
            </a:pPr>
            <a:r>
              <a:rPr lang="en-US" sz="28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climate,</a:t>
            </a:r>
            <a:pPr algn="ctr" indent="0" marL="0">
              <a:buNone/>
            </a:pPr>
            <a:r>
              <a:rPr lang="en-US" sz="28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demographics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WHO IT IS FOR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</a:t>
            </a:r>
            <a:pPr algn="ctr" indent="0" marL="0">
              <a:buNone/>
            </a:pPr>
            <a:r>
              <a:rPr lang="en-US" sz="84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plays</a:t>
            </a:r>
            <a:pPr algn="ctr" indent="0" marL="0">
              <a:buNone/>
            </a:pPr>
            <a:r>
              <a:rPr lang="en-US" sz="84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</a:t>
            </a:r>
            <a:pPr algn="ctr" indent="0" marL="0">
              <a:buNone/>
            </a:pPr>
            <a:r>
              <a:rPr lang="en-US" sz="84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Schools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840480" y="38862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Curriculum-ready missions and classroom workshops.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Museums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840480" y="438912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Touchscreens, projections, controller installations.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8463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840480" y="489204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elevation and historical layers, shareable views.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53492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Ministries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40480" y="539496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Scenario tools for water, agriculture and ecology.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852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840480" y="5897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playable Aral Sea for festivals and exhibitions.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ASK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$30,000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</a:t>
            </a:r>
            <a:pPr algn="ctr" indent="0" marL="0">
              <a:buNone/>
            </a:pPr>
            <a:r>
              <a:rPr lang="en-US" sz="10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6</a:t>
            </a:r>
            <a:pPr algn="ctr" indent="0" marL="0">
              <a:buNone/>
            </a:pPr>
            <a:r>
              <a:rPr lang="en-US" sz="10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months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polish,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curriculum,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museum-ready</a:t>
            </a:r>
            <a:pPr algn="ctr" indent="0" marL="0">
              <a:buNone/>
            </a:pPr>
            <a:r>
              <a:rPr lang="en-US" sz="28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versions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SIX-MONTH PLAN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</a:t>
            </a:r>
            <a:pPr algn="ctr" indent="0" marL="0">
              <a:buNone/>
            </a:pPr>
            <a:r>
              <a:rPr lang="en-US" sz="8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months,</a:t>
            </a:r>
            <a:pPr algn="ctr" indent="0" marL="0">
              <a:buNone/>
            </a:pPr>
            <a:r>
              <a:rPr lang="en-US" sz="8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six</a:t>
            </a:r>
            <a:pPr algn="ctr" indent="0" marL="0">
              <a:buNone/>
            </a:pPr>
            <a:r>
              <a:rPr lang="en-US" sz="8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moves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1280160" y="36576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0" y="3685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Polish product, public demo.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4114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286000" y="41422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Educational version, ministry talks.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4572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286000" y="45994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curriculum-ready learning module.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5029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M4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286000" y="50566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Adapt for Aral Culture Summit 2026.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54864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M5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286000" y="55138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Museum versions: Savitsky, Aral Sea Museum, CCA Tashkent.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59436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M6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286000" y="5971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Documentation, demo video, 3-year roadmap.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WHERE THE BUDGET GOES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$30,000</a:t>
            </a:r>
            <a:pPr algn="ctr" indent="0" marL="0">
              <a:buNone/>
            </a:pPr>
            <a:r>
              <a:rPr lang="en-US" sz="78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</a:t>
            </a:r>
            <a:pPr algn="ctr" indent="0" marL="0">
              <a:buNone/>
            </a:pPr>
            <a:r>
              <a:rPr lang="en-US" sz="78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six</a:t>
            </a:r>
            <a:pPr algn="ctr" indent="0" marL="0">
              <a:buNone/>
            </a:pPr>
            <a:r>
              <a:rPr lang="en-US" sz="78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parts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1280160" y="3657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 polishing and frontend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0" y="36576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$8,000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40690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Educational module and curriculum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78240" y="4069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$6,000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4480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Museum and exhibition adaptation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778240" y="4480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48920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and interface design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78240" y="4892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5303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Documentation, video, materials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78240" y="5303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$2,000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57150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Coordination and production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78240" y="57150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$2,000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63093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TOTAL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78240" y="6263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$30,000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THREE-YEAR PLAN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$150k</a:t>
            </a:r>
            <a:pPr algn="ctr" indent="0" marL="0">
              <a:buNone/>
            </a:pPr>
            <a:r>
              <a:rPr lang="en-US" sz="8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over</a:t>
            </a:r>
            <a:pPr algn="ctr" indent="0" marL="0">
              <a:buNone/>
            </a:pPr>
            <a:r>
              <a:rPr lang="en-US" sz="8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</a:t>
            </a:r>
            <a:pPr algn="ctr" indent="0" marL="0">
              <a:buNone/>
            </a:pPr>
            <a:r>
              <a:rPr lang="en-US" sz="8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years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377440" y="40690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Curriculum alignment, school pilots, museum installations.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80160" y="48006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377440" y="48463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 learning modules, exhibition formats, regional stories.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557784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377440" y="56235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 public platform for education, culture and ecology.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VENUES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</a:t>
            </a:r>
            <a:pPr algn="ctr" indent="0" marL="0">
              <a:buNone/>
            </a:pPr>
            <a:r>
              <a:rPr lang="en-US" sz="9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</a:t>
            </a:r>
            <a:pPr algn="ctr" indent="0" marL="0">
              <a:buNone/>
            </a:pPr>
            <a:r>
              <a:rPr lang="en-US" sz="9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travels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36850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 Culture Summit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217920" y="36576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0" y="36850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Savitsky Museum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1605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41879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History and Aral Sea Museum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17920" y="41605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0" y="41879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Center for Contemporary Art, Tashkent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66344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46908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Tashkent Design Week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17920" y="466344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46908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Milan Design Week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1663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54480" y="519379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 Architecture Biennale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51663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519379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 Art Biennale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FUNDING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free,</a:t>
            </a:r>
            <a:pPr algn="ctr" indent="0" marL="0">
              <a:buNone/>
            </a:pPr>
            <a:r>
              <a:rPr lang="en-US" sz="9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</a:t>
            </a:r>
            <a:pPr algn="ctr" indent="0" marL="0">
              <a:buNone/>
            </a:pPr>
            <a:r>
              <a:rPr lang="en-US" sz="9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default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365760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</a:t>
            </a:r>
            <a:pPr algn="ctr" indent="0" marL="0">
              <a:buNone/>
            </a:pPr>
            <a:r>
              <a:rPr lang="en-US" sz="24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schools,</a:t>
            </a:r>
            <a:pPr algn="ctr" indent="0" marL="0">
              <a:buNone/>
            </a:pPr>
            <a:r>
              <a:rPr lang="en-US" sz="2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museums,</a:t>
            </a:r>
            <a:pPr algn="ctr" indent="0" marL="0">
              <a:buNone/>
            </a:pPr>
            <a:r>
              <a:rPr lang="en-US" sz="24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researchers,</a:t>
            </a:r>
            <a:pPr algn="ctr" indent="0" marL="0">
              <a:buNone/>
            </a:pPr>
            <a:r>
              <a:rPr lang="en-US" sz="24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4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 SUPPORT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937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Ministry of Education, Ministry of Ecology, state museums, universities, public programs.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OPTIONAL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4937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museums, festivals, commissioned exhibition versions, international cultural programs.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19456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timofey</a:t>
            </a:r>
            <a:pPr algn="ctr" indent="0" marL="0">
              <a:buNone/>
            </a:pPr>
            <a:r>
              <a:rPr lang="en-US" sz="9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9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robert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40233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ctr"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</a:t>
            </a:r>
            <a:pPr algn="ctr"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behind</a:t>
            </a:r>
            <a:pPr algn="ctr" indent="0" marL="0">
              <a:buNone/>
            </a:pPr>
            <a:r>
              <a:rPr lang="en-US" sz="28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aral3d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0" y="51206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0" y="54406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timnosov@gmail.com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</a:t>
            </a:r>
            <a:pPr algn="ctr" indent="0" marL="0">
              <a:buNone/>
            </a:pPr>
            <a:r>
              <a:rPr lang="en-US" sz="10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74320" y="4937760"/>
            <a:ext cx="116430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aral3d.com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</dc:title>
  <dc:subject>PptxGenJS Presentation</dc:subject>
  <dc:creator>PptxGenJS</dc:creator>
  <cp:lastModifiedBy>PptxGenJS</cp:lastModifiedBy>
  <cp:revision>1</cp:revision>
  <dcterms:created xsi:type="dcterms:W3CDTF">2026-06-18T08:45:26Z</dcterms:created>
  <dcterms:modified xsi:type="dcterms:W3CDTF">2026-06-18T08:45:26Z</dcterms:modified>
</cp:coreProperties>
</file>