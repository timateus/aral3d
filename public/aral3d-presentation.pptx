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0"/>
            <a:ext cx="1109441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Aral3D</a:t>
            </a:r>
            <a:endParaRPr lang="en-US" sz="8000" dirty="0"/>
          </a:p>
        </p:txBody>
      </p:sp>
      <p:sp>
        <p:nvSpPr>
          <p:cNvPr id="3" name="Text 1"/>
          <p:cNvSpPr/>
          <p:nvPr/>
        </p:nvSpPr>
        <p:spPr>
          <a:xfrm>
            <a:off x="548640" y="384048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 public 3D platform for learning, memory, and environmental imagination.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600" kern="0" dirty="0">
                <a:solidFill>
                  <a:srgbClr val="66666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02 — INTRO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 it is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Aral3D is a browser-based 3D platform about the Aral Sea region.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2926080"/>
            <a:ext cx="11094415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It combines maps, terrain, stories, environmental data, and interactive scenarios into one public learning tool — for schools, museums, festivals, and cultural institutions.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600" kern="0" dirty="0">
                <a:solidFill>
                  <a:srgbClr val="66666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03 — CONTEXT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Why the Aral Sea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The Aral Sea is one of the most important environmental stories of the region.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2926080"/>
            <a:ext cx="11094415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It is not only about a vanishing sea — it is about water, health, infrastructure, agriculture, memory, climate, borders, and future choices. Aral3D helps people see these layers together.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600" kern="0" dirty="0">
                <a:solidFill>
                  <a:srgbClr val="66666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04 — PROBLEM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Flat maps, distant stories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1109441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Most people meet the Aral Sea through flat maps, old photographs, statistics, or disaster narratives — important, but distant.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474720"/>
            <a:ext cx="11094415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Aral3D makes the region spatial, interactive, and easier to understand. Instead of only reading about change, users can move through it, test scenarios, and ask questions.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600" kern="0" dirty="0">
                <a:solidFill>
                  <a:srgbClr val="66666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05 — PHILOSOPHY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Maps are not neutral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The way we imagine water affects the way we treat it.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2926080"/>
            <a:ext cx="11094415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Water can appear as a resource, a border, a memory, a health issue, an infrastructure system, a political question, or a shared future. Aral3D turns the map into a space for learning, questioning, and imagination.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600" kern="0" dirty="0">
                <a:solidFill>
                  <a:srgbClr val="66666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06 — PLATFORM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 it does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2377440"/>
            <a:ext cx="11094415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Explore the basin in 3D — terrain, water, settlements, canals, dams.
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See environmental data layered on real geography.
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Test future water scenarios and policy choices.
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Move between modes: explore, learn, play, build.
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600" kern="0" dirty="0">
                <a:solidFill>
                  <a:srgbClr val="66666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07 — STATUS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The prototype works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 working public version is live today.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2926080"/>
            <a:ext cx="11094415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3D terrain across the Aral Sea basin.
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Map layers: water history, population, ecology, infrastructure.
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Interactive water scenarios.
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 game mode and a voxel survival mode for younger audiences.
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600" kern="0" dirty="0">
                <a:solidFill>
                  <a:srgbClr val="66666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08 — FIRST USES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Where it lands first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11094415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Aral Culture Summit 2026
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Savitsky Museum
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History and Aral Sea Museum
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Center for Contemporary Art, Tashkent
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Schools and educational programs
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Public workshops and festivals
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600" kern="0" dirty="0">
                <a:solidFill>
                  <a:srgbClr val="66666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09 — EDUCATION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 tool for classrooms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23774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Geography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474720" y="2377440"/>
            <a:ext cx="81683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How water systems work and how landscapes change.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28803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Ecology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474720" y="2880360"/>
            <a:ext cx="81683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How human decisions shape fragile ecosystems.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33832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History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474720" y="3383280"/>
            <a:ext cx="81683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Memory of a region told through its terrain.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48640" y="38862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Design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474720" y="3886200"/>
            <a:ext cx="81683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Visual literacy for maps, data, and storytelling.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48640" y="43891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Civics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474720" y="4389120"/>
            <a:ext cx="81683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Shared decisions about water, land, and future.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600" kern="0" dirty="0">
                <a:solidFill>
                  <a:srgbClr val="66666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10 — CULTURE &amp; DESIGN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Installation, archive, speculation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Aral3D can also live as a cultural object — an installation, an archive, a speculative tool.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91840"/>
            <a:ext cx="11094415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Tashkent Design Week
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Milan Design Week
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Venice Architecture Biennale
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Venice Art Biennale
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600" kern="0" dirty="0">
                <a:solidFill>
                  <a:srgbClr val="66666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11 — MODEL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Free, by default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Aral3D is free for schools, museums, researchers, and the public.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0175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spc="400" kern="0" dirty="0">
                <a:solidFill>
                  <a:srgbClr val="66666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Core support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47472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Ministries, museums, schools, cultural foundations, environmental organisations, and international institutions.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217920" y="30175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spc="400" kern="0" dirty="0">
                <a:solidFill>
                  <a:srgbClr val="66666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Optional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217920" y="347472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Paid adaptations for private museums, festivals, educational centres, and commissioned exhibitions.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600" kern="0" dirty="0">
                <a:solidFill>
                  <a:srgbClr val="66666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12 — SUPPORT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From prototype to platform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2377440"/>
            <a:ext cx="5486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$30,000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548640" y="34747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 the first 6 months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931920"/>
            <a:ext cx="5486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Polish, learning materials, audience testing, museum &amp; festival formats.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217920" y="2377440"/>
            <a:ext cx="5486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$50,000</a:t>
            </a:r>
            <a:endParaRPr lang="en-US" sz="5600" dirty="0"/>
          </a:p>
        </p:txBody>
      </p:sp>
      <p:sp>
        <p:nvSpPr>
          <p:cNvPr id="8" name="Text 6"/>
          <p:cNvSpPr/>
          <p:nvPr/>
        </p:nvSpPr>
        <p:spPr>
          <a:xfrm>
            <a:off x="6217920" y="34747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per year, 3-year phase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217920" y="3931920"/>
            <a:ext cx="5486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Maintain the platform, expand content, support workshops, keep it free.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600" kern="0" dirty="0">
                <a:solidFill>
                  <a:srgbClr val="66666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13 — FIRST 6 MONTHS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Six months, one public version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23774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Polish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474720" y="2377440"/>
            <a:ext cx="81683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Product and user experience.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28803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Demo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474720" y="2880360"/>
            <a:ext cx="81683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 presentable public version.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33832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Materials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474720" y="3383280"/>
            <a:ext cx="81683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Educational content for classrooms.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48640" y="38862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Testing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474720" y="3886200"/>
            <a:ext cx="81683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With students, teachers, museum audiences.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48640" y="43891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Formats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474720" y="4389120"/>
            <a:ext cx="81683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Festival and exhibition adaptations.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48640" y="48920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Partners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474720" y="4892040"/>
            <a:ext cx="81683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Institutional partnerships and documentation.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600" kern="0" dirty="0">
                <a:solidFill>
                  <a:srgbClr val="66666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14 — THREE-YEAR VISION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 living public platform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Over three years Aral3D can grow into a long-term public platform for the Aral Sea region.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91840"/>
            <a:ext cx="11094415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New layers, new stories, new educational modules and installations — a learning tool and a cultural archive that stays alive, updates over time, and remains accessible.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600" kern="0" dirty="0">
                <a:solidFill>
                  <a:srgbClr val="66666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15 — EXPANSION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Aral is the first case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2377440"/>
            <a:ext cx="11094415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Caspian Sea
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Venice
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River deltas
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Drylands
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Irrigation landscapes
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Other climate-affected regions
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600" kern="0" dirty="0">
                <a:solidFill>
                  <a:srgbClr val="66666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16 — WHY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The prototype is already alive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1109441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Environmental education needs better tools. Museums and schools need formats that are visual, interactive, and accessible.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474720"/>
            <a:ext cx="11094415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The Aral Sea story needs to be told not only as a past disaster, but as a living question about the future. With support, Aral3D moves from prototype to public platform.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600" kern="0" dirty="0">
                <a:solidFill>
                  <a:srgbClr val="66666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17 — TEAM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Team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23774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Timofey Nosov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310896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Robert Willard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438912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400" kern="0" dirty="0">
                <a:solidFill>
                  <a:srgbClr val="66666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Contact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475488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timnosov@gmail.com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Aral3D</dc:title>
  <dc:subject>PptxGenJS Presentation</dc:subject>
  <dc:creator>PptxGenJS</dc:creator>
  <cp:lastModifiedBy>PptxGenJS</cp:lastModifiedBy>
  <cp:revision>1</cp:revision>
  <dcterms:created xsi:type="dcterms:W3CDTF">2026-06-18T11:44:02Z</dcterms:created>
  <dcterms:modified xsi:type="dcterms:W3CDTF">2026-06-18T11:44:02Z</dcterms:modified>
</cp:coreProperties>
</file>